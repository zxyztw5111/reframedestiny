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Reframe Destiny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Detecting and Reframing Gendered Narrative Bias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BaZi and Western Astrology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Xinyun Zhang (张馨云)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Advisor: Lawted Wu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Generation AI 2026 · Social Science Track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 &amp; Hypothesis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Question: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an AI-assisted interactive website affect young women's ability to identify and reframe gendered narrative bias in traditional BaZi and Western astrological readings?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Hypothesis: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hypothesize that after using Reframe Destiny, young women will show increased awareness of gender bias in divination narratives and greater confidence in reframing these narratives for themselves.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young women in China and globally encounter BaZi or astrology through family, social media, or apps. These systems do not just describe personality — they tell stories about marriage, morality, and life paths.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a female student who studies BaZi, I noticed the same chart element can mean "ambitious leader" for men but "too strong" or "harmful to husband" for women. This is not a small wording difference. It can shape self-confidence and how women relate to traditional culture.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does not ask whether BaZi or astrology is "true." It asks: who gets to narrate your fate, and does that narration carry gender bias?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Reframe Destiny is my answer — an interactive website, not a fortune-telling app.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--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*Gender as narrative (Butler, 1990). Butler argues gender is performed through repeated cultural stories, not a fixed inner trait. Divination readings are one such storytelling system — they perform gender through labels like "good wife" or "ke-fu."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*Discourse and power (Foucault, 1972). Foucault shows that discourse controls what counts as acceptable knowledge. Traditional fortune-telling language is discourse: it can discipline women into acceptable roles without claiming to be political.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*Situated knowledge (Haraway, 1988). Haraway argues that who interprets data matters. The same birth chart read by a traditional text, an AI, and the user herself produces different meanings — my project makes this visible.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*AI ethics (Bender et al., 2021). Large language models can reproduce cultural bias. In my project, AI is a lens for critique, not an oracle — it helps reframe language, not validate fate.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*Gap: Existing tools deliver traditional readings unchanged. No interactive product lets users switch gender perspective on the same chart and then co-create a reframed narrative. That is my contribution.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*TODO: Add 1 peer-reviewed source on astrology and gender stereotypes; add 1 Chinese-language source on BaZi gender discourse (CNKI search planned before final paper).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--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Design / Method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*Artifact: Reframe Destiny — a bilingual (Chinese/English) interactive website with a 7-step "Journey": choose system (BaZi or astrology) → choose lens → enter birth data → traditional reading → Bias Scanner (7 categories) → Court of Destiny (scholar / AI / user dialogue) → AI Reframe with bias fragment collection.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*Participants (planned): 15–25 young women, aged 17–34, recruited from school peers and online communities.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*Procedure: Pre-survey (5 Likert items on bias awareness) → 15-min website session → post-survey → optional 5-min interview for 5 participants.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*Measures: Change in pre/post survey scores; which bias categories users identify; qualitative themes from Court of Destiny reflections.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*Content analysis (ongoing): Coding 20 traditional BaZi readings and 20 astrology readings for 7 bias types: gender bias, marriage centrism, fatalism, fear narrative, moral judgment, heteronormativity, class narrative.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*Note: User study has not yet been run. Midterm presents the instrument and expected outcomes only.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--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Plan &amp;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*Current progress: Working bilingual prototype with intro animation, 7-step journey, 20 bias fragments, constellation collection map, and local archive. Deployed on GitHub; GitHub Pages setup in progress.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*Challenges: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Missed 4–5 classes — catching up on research structure and deployment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User study not yet run — midterm shows design and expectations only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Need 2 more academic sources (astrology gender + BaZi discourse) before final paper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Balancing "game" format (mentor suggestion) with "research website" format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*Plan: Run user study immediately after midterm; integrate mentor's "gender switch" level as Journey Step 2 enhancement.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--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Preliminary Results — Expected Results — user study not yet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have not yet collected user data. Based on my prototype testing and literature review, I expect: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Users will identify marriage centrism and gender role stereotypes most frequently in traditional readings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Pre/post survey scores on "I can recognize gender bias in divination language" will increase after one session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The side-by-side traditional vs. reframed reading will feel more empowering than the traditional reading alone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Users may still find the interface complex on first visit — the mentor's "mini-game level" format may lower this barrier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*Prototype evidence (informal, n=1–2): Self-testing confirms the 7-step flow works; Bias Scanner radar chart displays 7 categories; 3 bias fragments unlock per journey session.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46320" y="1645920"/>
            <a:ext cx="36576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84632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prototype screenshot here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Bender, E. M., Gebru, T., McMillan-Major, A., &amp; Shmitchell, S. (2021). On the dangers of stochastic parrots: Can language models be too big? *Proceedings of the 2021 ACM Conference on Fairness, Accountability, and Transparency*, 610–623.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Butler, J. (2006). *Gender trouble: Feminism and the subversion of identity*. Routledge. (Original work published 1990)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Foucault, M. (1972). *The archaeology of knowledge* (A. M. Sheridan Smith, Trans.). Pantheon Books.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Haraway, D. (1988). Situated knowledges: The science question in feminism and the privilege of partial perspective. *Feminist Studies*, *14*(3), 575–599.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Vyse, S. (2018). *Believing in magic: The psychology of superstition* (Updated ed.). Oxford University Press.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Acknowledgements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to Research Advisor Lawted Wu for guidance on framing this as social-science research, suggesting the gender-switch interaction, and encouraging me to treat user feedback as evidence — not just product design.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Xinyun Zhang</dc:creator>
  <cp:lastModifiedBy>Xinyun Zhang</cp:lastModifiedBy>
  <cp:revision>1</cp:revision>
  <dcterms:created xsi:type="dcterms:W3CDTF">2026-06-24T09:35:38Z</dcterms:created>
  <dcterms:modified xsi:type="dcterms:W3CDTF">2026-06-24T09:35:38Z</dcterms:modified>
</cp:coreProperties>
</file>